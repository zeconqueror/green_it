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 Dashboard 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Visualisations Green IT et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Consumption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CO2 Emission, Electricity Consumption, Answer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Time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Scatter plots and line charts by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